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Fingerprint Choice: Morgan vs. RDKit Topological — Which Is Right for GenPLIP?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621792"/>
            <a:ext cx="2633472" cy="3401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621792"/>
            <a:ext cx="2633472" cy="347472"/>
          </a:xfrm>
          <a:prstGeom prst="rect">
            <a:avLst/>
          </a:prstGeom>
          <a:solidFill>
            <a:srgbClr val="02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76656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Morgan  (ECFP-like)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104241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990"/>
                </a:solidFill>
                <a:latin typeface="Calibri"/>
              </a:rPr>
              <a:t>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22529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Circular — hashes atom environments up to a set radius (radius 2 = ECFP4).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6093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990"/>
                </a:solidFill>
                <a:latin typeface="Calibri"/>
              </a:rPr>
              <a:t>Sensitivity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1792224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Local connectivity &amp; functional groups. Small changes shift bits precisely.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2176272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990"/>
                </a:solidFill>
                <a:latin typeface="Calibri"/>
              </a:rPr>
              <a:t>Tanimoto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23591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Generally lower. Morgan2 score of 0.4 → two closely related molecules.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274320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990"/>
                </a:solidFill>
                <a:latin typeface="Calibri"/>
              </a:rPr>
              <a:t>Best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92608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Virtual screening, ML/QSAR, target prediction, lead optimisation.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33101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990"/>
                </a:solidFill>
                <a:latin typeface="Calibri"/>
              </a:rPr>
              <a:t>Bit meaning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349300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Each bit maps back to a central atom + radius — interpretable.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621792"/>
            <a:ext cx="2633472" cy="3401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1528" y="621792"/>
            <a:ext cx="2633472" cy="34747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72968" y="676656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RDKit Topological  (Daylight-like)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91256" y="104241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21B6"/>
                </a:solidFill>
                <a:latin typeface="Calibri"/>
              </a:rPr>
              <a:t>Algorithm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91256" y="122529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Path-based — hashes all linear/branched subgraphs up to 7 bonds.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91256" y="16093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21B6"/>
                </a:solidFill>
                <a:latin typeface="Calibri"/>
              </a:rPr>
              <a:t>Sensitivity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91256" y="1792224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Overall molecular topology. Higher bit occupancy → broader overlap.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91256" y="2176272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21B6"/>
                </a:solidFill>
                <a:latin typeface="Calibri"/>
              </a:rPr>
              <a:t>Tanimoto scores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91256" y="23591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Generally higher. Score of 0.79 may equal only 0.43 Morgan for same pair.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1256" y="274320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21B6"/>
                </a:solidFill>
                <a:latin typeface="Calibri"/>
              </a:rPr>
              <a:t>Best for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91256" y="292608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Substructure screen-outs; broad structural pattern matching.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91256" y="33101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21B6"/>
                </a:solidFill>
                <a:latin typeface="Calibri"/>
              </a:rPr>
              <a:t>Bit meaning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91256" y="349300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Bits correspond to bond-path indices — less chemically intuitive.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621792"/>
            <a:ext cx="2926080" cy="3401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621792"/>
            <a:ext cx="29260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53328" y="676656"/>
            <a:ext cx="2761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A4A"/>
                </a:solidFill>
                <a:latin typeface="Calibri"/>
              </a:rPr>
              <a:t>Verdict for GenPLIP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969264"/>
            <a:ext cx="2926080" cy="256032"/>
          </a:xfrm>
          <a:prstGeom prst="rect">
            <a:avLst/>
          </a:prstGeom>
          <a:solidFill>
            <a:srgbClr val="E6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987552"/>
            <a:ext cx="2788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6A47"/>
                </a:solidFill>
                <a:latin typeface="Calibri"/>
              </a:rPr>
              <a:t>✔  Morgan — CORRECT CHOICE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53328" y="1353312"/>
            <a:ext cx="64008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128930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Measures local atom environment changes — exactly what PLIP-guided masking modifies.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53328" y="1810512"/>
            <a:ext cx="64008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174650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Radius 2 (ECFP4) matches the scale of protein-ligand contact points (1–2 bonds from the interacting atom).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53328" y="2267712"/>
            <a:ext cx="64008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220370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Lower scores = more sensitive discrimination → better for detecting novelty in generated molecules.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53328" y="2724912"/>
            <a:ext cx="64008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266090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Standard choice for virtual screening &amp; lead optimisation — directly comparable to docking hit criteria.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3154680"/>
            <a:ext cx="2926080" cy="25603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3172968"/>
            <a:ext cx="2788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1C1C"/>
                </a:solidFill>
                <a:latin typeface="Calibri"/>
              </a:rPr>
              <a:t>✘  RDKit Topological — NOT ideal here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53328" y="3447288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Path-based FPs inflate Tanimoto scores — a molecule changed at a PLIP site could still score 0.79 (near-identical), masking true novelty. Substructure screening is irrelevant to generative molecular design.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069080"/>
            <a:ext cx="9144000" cy="512064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4105656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Tanimoto  =  |A ∩ B| / |A ∪ B|   (0 = no overlap, 1 = identical)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54880" y="4105656"/>
            <a:ext cx="4160520" cy="347472"/>
          </a:xfrm>
          <a:prstGeom prst="rect">
            <a:avLst/>
          </a:prstGeom>
          <a:solidFill>
            <a:srgbClr val="6B3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46320" y="4123944"/>
            <a:ext cx="3977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  <a:latin typeface="Calibri"/>
              </a:rPr>
              <a:t>⚠  Scores are NOT interchangeable: Morgan 0.4 ≈ RDKit 0.79 for the same molecule pair. Never mix fingerprint types when comparing results.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4663440"/>
            <a:ext cx="9144000" cy="301752"/>
          </a:xfrm>
          <a:prstGeom prst="rect">
            <a:avLst/>
          </a:prstGeom>
          <a:solidFill>
            <a:srgbClr val="08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4681728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BCC"/>
                </a:solidFill>
                <a:latin typeface="Calibri"/>
              </a:rPr>
              <a:t>GenPLIP uses Morgan (radius=2, 2048 bits) via RDKit's GetMorganGenerator — the correct choice for interaction-aware molecular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